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FD2E0"/>
                </a:solidFill>
              </a:defRPr>
            </a:pPr>
            <a:r>
              <a:t>Scrum-Agile at ChadaTech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Leadership briefing: SNHU Travel pilot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Recommendation: expand Scrum gradually, using measured outcomes and team coaching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Presented by Gabriel Santos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9B7C8"/>
                </a:solidFill>
              </a:defRPr>
            </a:pPr>
            <a:r>
              <a:t>Gabriel Santos | CS 250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FD2E0"/>
                </a:solidFill>
              </a:defRPr>
            </a:pPr>
            <a:r>
              <a:t>Three Accountabilities, One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Product Owner: orders the backlog, defines value, and clarifies customer priorities.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Scrum Master: improves team effectiveness and facilitates removal of impediments.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Developers: plan, build, test, and deliver a usable increment each sprint.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Shared transparency and self-management support accountability (PMI, 2021).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9B7C8"/>
                </a:solidFill>
              </a:defRPr>
            </a:pPr>
            <a:r>
              <a:t>Gabriel Santos | CS 250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FD2E0"/>
                </a:solidFill>
              </a:defRPr>
            </a:pPr>
            <a:r>
              <a:t>SDLC in Agile: Repeated Every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Plan and analyze: discover traveler needs, refine user stories, and set acceptance criteria.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Design and build: develop a small usable feature, such as trip browsing.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Test and integrate: verify behavior and quality throughout development.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Deploy, review, maintain: inspect a working increment, gather feedback, and reprioritize.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Each sprint revisits these activities instead of completing them only once (PMI, 2021).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9B7C8"/>
                </a:solidFill>
              </a:defRPr>
            </a:pPr>
            <a:r>
              <a:t>Gabriel Santos | CS 250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FD2E0"/>
                </a:solidFill>
              </a:defRPr>
            </a:pPr>
            <a:r>
              <a:t>How Scrum Events Support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Sprint planning: choose a sprint goal and feasible work.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Daily Scrum: inspect progress and adapt the plan.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Sprint review: demonstrate trip-browsing functionality and collect stakeholder input.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Retrospective: improve estimation, collaboration, and testing practices.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A visible backlog/board connects decisions with progress (Digital.ai, 2023).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9B7C8"/>
                </a:solidFill>
              </a:defRPr>
            </a:pPr>
            <a:r>
              <a:t>Gabriel Santos | CS 250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FD2E0"/>
                </a:solidFill>
              </a:defRPr>
            </a:pPr>
            <a:r>
              <a:t>What Waterfall Would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Waterfall sequences requirements, design, implementation, testing, and release with formal phase handoffs.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A late request to change trip results might require revisiting approved requirements and design.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Scrum can incorporate feedback into the ordered backlog and a future increment.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Waterfall may suit stable, heavily controlled requirements; Scrum favors learning from changing needs (PMI, 2021; PMI, 2024).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9B7C8"/>
                </a:solidFill>
              </a:defRPr>
            </a:pPr>
            <a:r>
              <a:t>Gabriel Santos | CS 250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FD2E0"/>
                </a:solidFill>
              </a:defRPr>
            </a:pPr>
            <a:r>
              <a:t>Selecting the Right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Choose Agile when user needs are uncertain, stakeholder feedback is available, and incremental delivery is practical.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Consider waterfall when scope is stable, dependencies require sequential approvals, or changes are expensive.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Assess regulatory obligations, architecture, team experience, schedule, and customer participation.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For SNHU Travel, Scrum is the better fit because traveler feedback can improve the product before full release (Google Cloud, 2022).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9B7C8"/>
                </a:solidFill>
              </a:defRPr>
            </a:pPr>
            <a:r>
              <a:t>Gabriel Santos | CS 250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FD2E0"/>
                </a:solidFill>
              </a:defRPr>
            </a:pPr>
            <a:r>
              <a:t>Pilot Recommendation &amp;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Expand Scrum in stages rather than mandating an immediate companywide conversion.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Measure completed usable increments, escaped defects, cycle time, and stakeholder satisfaction.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Protect quality with clear acceptance criteria and frequent testing.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Review pilot results and adjust training, tooling, and governance before scaling (PMI, 2024).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9B7C8"/>
                </a:solidFill>
              </a:defRPr>
            </a:pPr>
            <a:r>
              <a:t>Gabriel Santos | CS 250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FD2E0"/>
                </a:solidFill>
              </a:defRPr>
            </a:pPr>
            <a:r>
              <a:t>References (APA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Digital.ai. (2023). 17th state of Agile report. https://digital.ai/resource-center/analyst-reports/state-of-agile-report/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Google Cloud. (2022). 2022 Accelerate State of DevOps report. https://cloud.google.com/devops/state-of-devops</a:t>
            </a:r>
          </a:p>
          <a:p>
            <a:pPr>
              <a:spcAft>
                <a:spcPts val="1900"/>
              </a:spcAft>
              <a:defRPr sz="2100">
                <a:solidFill>
                  <a:srgbClr val="F1F5F9"/>
                </a:solidFill>
              </a:defRPr>
            </a:pPr>
            <a:r>
              <a:t>• Project Management Institute. (2021). A guide to the project management body of knowledge (PMBOK guide) (7th ed.).</a:t>
            </a:r>
          </a:p>
          <a:p>
            <a:pPr>
              <a:spcAft>
                <a:spcPts val="1900"/>
              </a:spcAft>
              <a:defRPr sz="1800">
                <a:solidFill>
                  <a:srgbClr val="F1F5F9"/>
                </a:solidFill>
              </a:defRPr>
            </a:pPr>
            <a:r>
              <a:t>• Project Management Institute. (2024). Pulse of the profession 2024: The future of project work. https://www.pmi.org/learning/thought-leadership/pulse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37376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9B7C8"/>
                </a:solidFill>
              </a:defRPr>
            </a:pPr>
            <a:r>
              <a:t>Gabriel Santos | CS 250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CS 250 Final Project Agile Presentation</dc:subject>
  <dc:creator>Gabriel Santos</dc:creator>
  <cp:keywords/>
  <dc:description/>
  <cp:lastModifiedBy>Gabriel Santos</cp:lastModifiedBy>
  <cp:revision>1</cp:revision>
  <dcterms:created xsi:type="dcterms:W3CDTF">2013-01-27T09:14:16Z</dcterms:created>
  <dcterms:modified xsi:type="dcterms:W3CDTF">2013-01-27T09:15:58Z</dcterms:modified>
  <cp:category/>
</cp:coreProperties>
</file>